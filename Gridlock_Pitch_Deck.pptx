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CEBC997-D365-4191-AFF8-A89D43D11886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CA5A5724-7783-4E96-9190-F51851B078B2}">
      <dgm:prSet/>
      <dgm:spPr/>
      <dgm:t>
        <a:bodyPr/>
        <a:lstStyle/>
        <a:p>
          <a:r>
            <a:rPr lang="en-US"/>
            <a:t>Manual traffic enforcement is impossible to scale.</a:t>
          </a:r>
        </a:p>
      </dgm:t>
    </dgm:pt>
    <dgm:pt modelId="{C3C01844-5429-44AD-A322-AC346786E005}" type="parTrans" cxnId="{EDC7754C-D9FF-4EA6-8663-069AD85D2FB8}">
      <dgm:prSet/>
      <dgm:spPr/>
      <dgm:t>
        <a:bodyPr/>
        <a:lstStyle/>
        <a:p>
          <a:endParaRPr lang="en-US"/>
        </a:p>
      </dgm:t>
    </dgm:pt>
    <dgm:pt modelId="{824F760F-7405-4E22-9321-4659E69A1D88}" type="sibTrans" cxnId="{EDC7754C-D9FF-4EA6-8663-069AD85D2FB8}">
      <dgm:prSet/>
      <dgm:spPr/>
      <dgm:t>
        <a:bodyPr/>
        <a:lstStyle/>
        <a:p>
          <a:endParaRPr lang="en-US"/>
        </a:p>
      </dgm:t>
    </dgm:pt>
    <dgm:pt modelId="{A92E4DC0-EE42-46D7-AA0D-AC0A8FD60C7F}">
      <dgm:prSet/>
      <dgm:spPr/>
      <dgm:t>
        <a:bodyPr/>
        <a:lstStyle/>
        <a:p>
          <a:r>
            <a:rPr lang="en-US"/>
            <a:t>Existing AI solutions are fragmented (single-use models for a single violation type).</a:t>
          </a:r>
        </a:p>
      </dgm:t>
    </dgm:pt>
    <dgm:pt modelId="{680D7DC6-1132-4E06-8460-FF1AABE7DFBE}" type="parTrans" cxnId="{F121CD72-C356-41A7-98A4-623ED8F9A9E6}">
      <dgm:prSet/>
      <dgm:spPr/>
      <dgm:t>
        <a:bodyPr/>
        <a:lstStyle/>
        <a:p>
          <a:endParaRPr lang="en-US"/>
        </a:p>
      </dgm:t>
    </dgm:pt>
    <dgm:pt modelId="{D3CB79DB-CC0E-4CFD-867D-B3EF0CDB33A5}" type="sibTrans" cxnId="{F121CD72-C356-41A7-98A4-623ED8F9A9E6}">
      <dgm:prSet/>
      <dgm:spPr/>
      <dgm:t>
        <a:bodyPr/>
        <a:lstStyle/>
        <a:p>
          <a:endParaRPr lang="en-US"/>
        </a:p>
      </dgm:t>
    </dgm:pt>
    <dgm:pt modelId="{4027BD20-787A-4E1E-A57B-EDBD55733E62}">
      <dgm:prSet/>
      <dgm:spPr/>
      <dgm:t>
        <a:bodyPr/>
        <a:lstStyle/>
        <a:p>
          <a:r>
            <a:rPr lang="en-US"/>
            <a:t>Running multiple massive AI models on a single camera feed destroys computational efficiency and edge-device feasibility.</a:t>
          </a:r>
        </a:p>
      </dgm:t>
    </dgm:pt>
    <dgm:pt modelId="{7F6B4CBA-1B74-4C1C-AECE-E529FA23451C}" type="parTrans" cxnId="{E870A017-18DB-42AA-90DE-805F7A7490A9}">
      <dgm:prSet/>
      <dgm:spPr/>
      <dgm:t>
        <a:bodyPr/>
        <a:lstStyle/>
        <a:p>
          <a:endParaRPr lang="en-US"/>
        </a:p>
      </dgm:t>
    </dgm:pt>
    <dgm:pt modelId="{BD73FDC5-6600-47D1-A860-BAABEA09D6D3}" type="sibTrans" cxnId="{E870A017-18DB-42AA-90DE-805F7A7490A9}">
      <dgm:prSet/>
      <dgm:spPr/>
      <dgm:t>
        <a:bodyPr/>
        <a:lstStyle/>
        <a:p>
          <a:endParaRPr lang="en-US"/>
        </a:p>
      </dgm:t>
    </dgm:pt>
    <dgm:pt modelId="{8693B97C-C46D-4DC7-9C2D-0B862A6D5D02}" type="pres">
      <dgm:prSet presAssocID="{6CEBC997-D365-4191-AFF8-A89D43D11886}" presName="linear" presStyleCnt="0">
        <dgm:presLayoutVars>
          <dgm:animLvl val="lvl"/>
          <dgm:resizeHandles val="exact"/>
        </dgm:presLayoutVars>
      </dgm:prSet>
      <dgm:spPr/>
    </dgm:pt>
    <dgm:pt modelId="{63EDCE64-D3BA-4967-9DC3-AB3D126B31ED}" type="pres">
      <dgm:prSet presAssocID="{CA5A5724-7783-4E96-9190-F51851B078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4C20F5D8-A512-4B7D-9FC4-631E04F964EA}" type="pres">
      <dgm:prSet presAssocID="{824F760F-7405-4E22-9321-4659E69A1D88}" presName="spacer" presStyleCnt="0"/>
      <dgm:spPr/>
    </dgm:pt>
    <dgm:pt modelId="{05AB1E21-B28A-4841-B6D0-51FBF1DBB99C}" type="pres">
      <dgm:prSet presAssocID="{A92E4DC0-EE42-46D7-AA0D-AC0A8FD60C7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AEE7E99B-8429-46E8-AA04-5B36038A2344}" type="pres">
      <dgm:prSet presAssocID="{D3CB79DB-CC0E-4CFD-867D-B3EF0CDB33A5}" presName="spacer" presStyleCnt="0"/>
      <dgm:spPr/>
    </dgm:pt>
    <dgm:pt modelId="{7FEC6249-A29D-4EF0-A3F3-E4AEA7523A96}" type="pres">
      <dgm:prSet presAssocID="{4027BD20-787A-4E1E-A57B-EDBD55733E62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870A017-18DB-42AA-90DE-805F7A7490A9}" srcId="{6CEBC997-D365-4191-AFF8-A89D43D11886}" destId="{4027BD20-787A-4E1E-A57B-EDBD55733E62}" srcOrd="2" destOrd="0" parTransId="{7F6B4CBA-1B74-4C1C-AECE-E529FA23451C}" sibTransId="{BD73FDC5-6600-47D1-A860-BAABEA09D6D3}"/>
    <dgm:cxn modelId="{EDC7754C-D9FF-4EA6-8663-069AD85D2FB8}" srcId="{6CEBC997-D365-4191-AFF8-A89D43D11886}" destId="{CA5A5724-7783-4E96-9190-F51851B078B2}" srcOrd="0" destOrd="0" parTransId="{C3C01844-5429-44AD-A322-AC346786E005}" sibTransId="{824F760F-7405-4E22-9321-4659E69A1D88}"/>
    <dgm:cxn modelId="{F121CD72-C356-41A7-98A4-623ED8F9A9E6}" srcId="{6CEBC997-D365-4191-AFF8-A89D43D11886}" destId="{A92E4DC0-EE42-46D7-AA0D-AC0A8FD60C7F}" srcOrd="1" destOrd="0" parTransId="{680D7DC6-1132-4E06-8460-FF1AABE7DFBE}" sibTransId="{D3CB79DB-CC0E-4CFD-867D-B3EF0CDB33A5}"/>
    <dgm:cxn modelId="{B80268D2-8ED2-45CE-B87A-82652EFA265E}" type="presOf" srcId="{CA5A5724-7783-4E96-9190-F51851B078B2}" destId="{63EDCE64-D3BA-4967-9DC3-AB3D126B31ED}" srcOrd="0" destOrd="0" presId="urn:microsoft.com/office/officeart/2005/8/layout/vList2"/>
    <dgm:cxn modelId="{90F958DA-03A3-4E1F-B7DB-76DEE2D991C6}" type="presOf" srcId="{4027BD20-787A-4E1E-A57B-EDBD55733E62}" destId="{7FEC6249-A29D-4EF0-A3F3-E4AEA7523A96}" srcOrd="0" destOrd="0" presId="urn:microsoft.com/office/officeart/2005/8/layout/vList2"/>
    <dgm:cxn modelId="{4A81DEE5-A166-4660-92D5-8B3F509772F2}" type="presOf" srcId="{A92E4DC0-EE42-46D7-AA0D-AC0A8FD60C7F}" destId="{05AB1E21-B28A-4841-B6D0-51FBF1DBB99C}" srcOrd="0" destOrd="0" presId="urn:microsoft.com/office/officeart/2005/8/layout/vList2"/>
    <dgm:cxn modelId="{558453FF-0E88-4F5D-B318-1377032929FA}" type="presOf" srcId="{6CEBC997-D365-4191-AFF8-A89D43D11886}" destId="{8693B97C-C46D-4DC7-9C2D-0B862A6D5D02}" srcOrd="0" destOrd="0" presId="urn:microsoft.com/office/officeart/2005/8/layout/vList2"/>
    <dgm:cxn modelId="{50D96466-9A73-4F2D-A54B-A3E3F58EEF6E}" type="presParOf" srcId="{8693B97C-C46D-4DC7-9C2D-0B862A6D5D02}" destId="{63EDCE64-D3BA-4967-9DC3-AB3D126B31ED}" srcOrd="0" destOrd="0" presId="urn:microsoft.com/office/officeart/2005/8/layout/vList2"/>
    <dgm:cxn modelId="{1056141C-D63E-4030-BD4B-D11D4521C7EA}" type="presParOf" srcId="{8693B97C-C46D-4DC7-9C2D-0B862A6D5D02}" destId="{4C20F5D8-A512-4B7D-9FC4-631E04F964EA}" srcOrd="1" destOrd="0" presId="urn:microsoft.com/office/officeart/2005/8/layout/vList2"/>
    <dgm:cxn modelId="{D6DEDFE1-BFE6-4A68-B9C8-D4801B0ACA42}" type="presParOf" srcId="{8693B97C-C46D-4DC7-9C2D-0B862A6D5D02}" destId="{05AB1E21-B28A-4841-B6D0-51FBF1DBB99C}" srcOrd="2" destOrd="0" presId="urn:microsoft.com/office/officeart/2005/8/layout/vList2"/>
    <dgm:cxn modelId="{31ABDA76-45CB-45D0-ABA2-6A4EA794092F}" type="presParOf" srcId="{8693B97C-C46D-4DC7-9C2D-0B862A6D5D02}" destId="{AEE7E99B-8429-46E8-AA04-5B36038A2344}" srcOrd="3" destOrd="0" presId="urn:microsoft.com/office/officeart/2005/8/layout/vList2"/>
    <dgm:cxn modelId="{24E4472C-F44F-4566-B393-C5E61E6F5EF0}" type="presParOf" srcId="{8693B97C-C46D-4DC7-9C2D-0B862A6D5D02}" destId="{7FEC6249-A29D-4EF0-A3F3-E4AEA7523A96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C625DB5-BAF9-45C8-8037-413A5D52E148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2CE997A-BFBA-4509-A878-FB76663061E7}">
      <dgm:prSet/>
      <dgm:spPr/>
      <dgm:t>
        <a:bodyPr/>
        <a:lstStyle/>
        <a:p>
          <a:r>
            <a:rPr lang="en-US"/>
            <a:t>An Orchestrator pipeline that ingests an image once and detects 7 violations simultaneously.</a:t>
          </a:r>
        </a:p>
      </dgm:t>
    </dgm:pt>
    <dgm:pt modelId="{1BEA0D63-010B-4ECD-A01B-1D2344AFD84F}" type="parTrans" cxnId="{A385A6E9-1E37-437D-8885-0A232E8B1B12}">
      <dgm:prSet/>
      <dgm:spPr/>
      <dgm:t>
        <a:bodyPr/>
        <a:lstStyle/>
        <a:p>
          <a:endParaRPr lang="en-US"/>
        </a:p>
      </dgm:t>
    </dgm:pt>
    <dgm:pt modelId="{D6A1AA63-8299-446C-80B4-C4B341663940}" type="sibTrans" cxnId="{A385A6E9-1E37-437D-8885-0A232E8B1B12}">
      <dgm:prSet/>
      <dgm:spPr/>
      <dgm:t>
        <a:bodyPr/>
        <a:lstStyle/>
        <a:p>
          <a:endParaRPr lang="en-US"/>
        </a:p>
      </dgm:t>
    </dgm:pt>
    <dgm:pt modelId="{9193EBA5-7E58-438D-AF81-DDBECF71D253}">
      <dgm:prSet/>
      <dgm:spPr/>
      <dgm:t>
        <a:bodyPr/>
        <a:lstStyle/>
        <a:p>
          <a:r>
            <a:rPr lang="en-US"/>
            <a:t>Identifies the offense (Helmet, Seatbelt, Red Light, Wrong Side, etc.).</a:t>
          </a:r>
        </a:p>
      </dgm:t>
    </dgm:pt>
    <dgm:pt modelId="{535C2088-7839-496F-BA44-B4114097521D}" type="parTrans" cxnId="{E4046AAE-450D-4D50-B4E5-C1982F2A611B}">
      <dgm:prSet/>
      <dgm:spPr/>
      <dgm:t>
        <a:bodyPr/>
        <a:lstStyle/>
        <a:p>
          <a:endParaRPr lang="en-US"/>
        </a:p>
      </dgm:t>
    </dgm:pt>
    <dgm:pt modelId="{9BE8EE97-7315-43FE-97E2-8DE3E09C515B}" type="sibTrans" cxnId="{E4046AAE-450D-4D50-B4E5-C1982F2A611B}">
      <dgm:prSet/>
      <dgm:spPr/>
      <dgm:t>
        <a:bodyPr/>
        <a:lstStyle/>
        <a:p>
          <a:endParaRPr lang="en-US"/>
        </a:p>
      </dgm:t>
    </dgm:pt>
    <dgm:pt modelId="{A74EEE62-C897-474E-8B7D-EF99FB68E5E0}">
      <dgm:prSet/>
      <dgm:spPr/>
      <dgm:t>
        <a:bodyPr/>
        <a:lstStyle/>
        <a:p>
          <a:r>
            <a:rPr lang="en-US"/>
            <a:t>Automatically crops and extracts the License Plate using OCR.</a:t>
          </a:r>
        </a:p>
      </dgm:t>
    </dgm:pt>
    <dgm:pt modelId="{B9DED753-A3CB-40B5-B2CD-3C30455736F8}" type="parTrans" cxnId="{49C73132-15EA-4EA2-8ED1-5E760052AAFC}">
      <dgm:prSet/>
      <dgm:spPr/>
      <dgm:t>
        <a:bodyPr/>
        <a:lstStyle/>
        <a:p>
          <a:endParaRPr lang="en-US"/>
        </a:p>
      </dgm:t>
    </dgm:pt>
    <dgm:pt modelId="{98EC51EB-E1D7-449D-90B5-C78C105086B2}" type="sibTrans" cxnId="{49C73132-15EA-4EA2-8ED1-5E760052AAFC}">
      <dgm:prSet/>
      <dgm:spPr/>
      <dgm:t>
        <a:bodyPr/>
        <a:lstStyle/>
        <a:p>
          <a:endParaRPr lang="en-US"/>
        </a:p>
      </dgm:t>
    </dgm:pt>
    <dgm:pt modelId="{5ECC3638-E376-42D3-A821-ADCCFA5A2224}">
      <dgm:prSet/>
      <dgm:spPr/>
      <dgm:t>
        <a:bodyPr/>
        <a:lstStyle/>
        <a:p>
          <a:r>
            <a:rPr lang="en-US"/>
            <a:t>Logs annotated photographic evidence into a searchable SQLite database in milliseconds.</a:t>
          </a:r>
        </a:p>
      </dgm:t>
    </dgm:pt>
    <dgm:pt modelId="{5936CF9B-B086-4149-8617-577ADFEDD2E2}" type="parTrans" cxnId="{3C98E837-851F-4997-BC04-D3B2B7565411}">
      <dgm:prSet/>
      <dgm:spPr/>
      <dgm:t>
        <a:bodyPr/>
        <a:lstStyle/>
        <a:p>
          <a:endParaRPr lang="en-US"/>
        </a:p>
      </dgm:t>
    </dgm:pt>
    <dgm:pt modelId="{A065D082-58D5-4EC3-9349-0D8B9A52DE85}" type="sibTrans" cxnId="{3C98E837-851F-4997-BC04-D3B2B7565411}">
      <dgm:prSet/>
      <dgm:spPr/>
      <dgm:t>
        <a:bodyPr/>
        <a:lstStyle/>
        <a:p>
          <a:endParaRPr lang="en-US"/>
        </a:p>
      </dgm:t>
    </dgm:pt>
    <dgm:pt modelId="{E3716D2A-BD7D-4C34-92BB-5215C80A6F01}" type="pres">
      <dgm:prSet presAssocID="{1C625DB5-BAF9-45C8-8037-413A5D52E148}" presName="outerComposite" presStyleCnt="0">
        <dgm:presLayoutVars>
          <dgm:chMax val="5"/>
          <dgm:dir/>
          <dgm:resizeHandles val="exact"/>
        </dgm:presLayoutVars>
      </dgm:prSet>
      <dgm:spPr/>
    </dgm:pt>
    <dgm:pt modelId="{2975D7AE-A719-47CD-9F55-017A7EF0F39C}" type="pres">
      <dgm:prSet presAssocID="{1C625DB5-BAF9-45C8-8037-413A5D52E148}" presName="dummyMaxCanvas" presStyleCnt="0">
        <dgm:presLayoutVars/>
      </dgm:prSet>
      <dgm:spPr/>
    </dgm:pt>
    <dgm:pt modelId="{F9FDF692-477F-4DF0-BB4F-D647C966374E}" type="pres">
      <dgm:prSet presAssocID="{1C625DB5-BAF9-45C8-8037-413A5D52E148}" presName="FourNodes_1" presStyleLbl="node1" presStyleIdx="0" presStyleCnt="4">
        <dgm:presLayoutVars>
          <dgm:bulletEnabled val="1"/>
        </dgm:presLayoutVars>
      </dgm:prSet>
      <dgm:spPr/>
    </dgm:pt>
    <dgm:pt modelId="{D46D2179-6795-4A41-BED8-E30A8BEE586F}" type="pres">
      <dgm:prSet presAssocID="{1C625DB5-BAF9-45C8-8037-413A5D52E148}" presName="FourNodes_2" presStyleLbl="node1" presStyleIdx="1" presStyleCnt="4">
        <dgm:presLayoutVars>
          <dgm:bulletEnabled val="1"/>
        </dgm:presLayoutVars>
      </dgm:prSet>
      <dgm:spPr/>
    </dgm:pt>
    <dgm:pt modelId="{E231688E-6556-4CE0-B7B0-F05F7BC1B9E1}" type="pres">
      <dgm:prSet presAssocID="{1C625DB5-BAF9-45C8-8037-413A5D52E148}" presName="FourNodes_3" presStyleLbl="node1" presStyleIdx="2" presStyleCnt="4">
        <dgm:presLayoutVars>
          <dgm:bulletEnabled val="1"/>
        </dgm:presLayoutVars>
      </dgm:prSet>
      <dgm:spPr/>
    </dgm:pt>
    <dgm:pt modelId="{4D3C34BA-C715-4047-9250-EF291F538A2D}" type="pres">
      <dgm:prSet presAssocID="{1C625DB5-BAF9-45C8-8037-413A5D52E148}" presName="FourNodes_4" presStyleLbl="node1" presStyleIdx="3" presStyleCnt="4">
        <dgm:presLayoutVars>
          <dgm:bulletEnabled val="1"/>
        </dgm:presLayoutVars>
      </dgm:prSet>
      <dgm:spPr/>
    </dgm:pt>
    <dgm:pt modelId="{071ED53F-4FE7-4C4B-9912-2E18CC0AD4D9}" type="pres">
      <dgm:prSet presAssocID="{1C625DB5-BAF9-45C8-8037-413A5D52E148}" presName="FourConn_1-2" presStyleLbl="fgAccFollowNode1" presStyleIdx="0" presStyleCnt="3">
        <dgm:presLayoutVars>
          <dgm:bulletEnabled val="1"/>
        </dgm:presLayoutVars>
      </dgm:prSet>
      <dgm:spPr/>
    </dgm:pt>
    <dgm:pt modelId="{AAD603C2-8B57-4265-9EC1-B2003D6A6E7F}" type="pres">
      <dgm:prSet presAssocID="{1C625DB5-BAF9-45C8-8037-413A5D52E148}" presName="FourConn_2-3" presStyleLbl="fgAccFollowNode1" presStyleIdx="1" presStyleCnt="3">
        <dgm:presLayoutVars>
          <dgm:bulletEnabled val="1"/>
        </dgm:presLayoutVars>
      </dgm:prSet>
      <dgm:spPr/>
    </dgm:pt>
    <dgm:pt modelId="{0FAE9B81-925C-492F-ACB7-2EE78F263E57}" type="pres">
      <dgm:prSet presAssocID="{1C625DB5-BAF9-45C8-8037-413A5D52E148}" presName="FourConn_3-4" presStyleLbl="fgAccFollowNode1" presStyleIdx="2" presStyleCnt="3">
        <dgm:presLayoutVars>
          <dgm:bulletEnabled val="1"/>
        </dgm:presLayoutVars>
      </dgm:prSet>
      <dgm:spPr/>
    </dgm:pt>
    <dgm:pt modelId="{28D99450-63CB-4E4B-8308-1FF46F865BE4}" type="pres">
      <dgm:prSet presAssocID="{1C625DB5-BAF9-45C8-8037-413A5D52E148}" presName="FourNodes_1_text" presStyleLbl="node1" presStyleIdx="3" presStyleCnt="4">
        <dgm:presLayoutVars>
          <dgm:bulletEnabled val="1"/>
        </dgm:presLayoutVars>
      </dgm:prSet>
      <dgm:spPr/>
    </dgm:pt>
    <dgm:pt modelId="{3C2BE486-4798-458C-9CAF-F27F4084905D}" type="pres">
      <dgm:prSet presAssocID="{1C625DB5-BAF9-45C8-8037-413A5D52E148}" presName="FourNodes_2_text" presStyleLbl="node1" presStyleIdx="3" presStyleCnt="4">
        <dgm:presLayoutVars>
          <dgm:bulletEnabled val="1"/>
        </dgm:presLayoutVars>
      </dgm:prSet>
      <dgm:spPr/>
    </dgm:pt>
    <dgm:pt modelId="{08A96A48-8A85-4AF4-8E11-88C7D9F35752}" type="pres">
      <dgm:prSet presAssocID="{1C625DB5-BAF9-45C8-8037-413A5D52E148}" presName="FourNodes_3_text" presStyleLbl="node1" presStyleIdx="3" presStyleCnt="4">
        <dgm:presLayoutVars>
          <dgm:bulletEnabled val="1"/>
        </dgm:presLayoutVars>
      </dgm:prSet>
      <dgm:spPr/>
    </dgm:pt>
    <dgm:pt modelId="{BD1EFBF6-08C3-406D-8D05-23C2F9C30EC1}" type="pres">
      <dgm:prSet presAssocID="{1C625DB5-BAF9-45C8-8037-413A5D52E148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79E64C02-DE64-40A7-810B-4A06C45AF135}" type="presOf" srcId="{98EC51EB-E1D7-449D-90B5-C78C105086B2}" destId="{0FAE9B81-925C-492F-ACB7-2EE78F263E57}" srcOrd="0" destOrd="0" presId="urn:microsoft.com/office/officeart/2005/8/layout/vProcess5"/>
    <dgm:cxn modelId="{D9F76913-6454-4CAF-832B-FFEA280C1C09}" type="presOf" srcId="{9BE8EE97-7315-43FE-97E2-8DE3E09C515B}" destId="{AAD603C2-8B57-4265-9EC1-B2003D6A6E7F}" srcOrd="0" destOrd="0" presId="urn:microsoft.com/office/officeart/2005/8/layout/vProcess5"/>
    <dgm:cxn modelId="{C9EE2F30-A58E-4924-BC09-7CFD0BDBBE7A}" type="presOf" srcId="{E2CE997A-BFBA-4509-A878-FB76663061E7}" destId="{F9FDF692-477F-4DF0-BB4F-D647C966374E}" srcOrd="0" destOrd="0" presId="urn:microsoft.com/office/officeart/2005/8/layout/vProcess5"/>
    <dgm:cxn modelId="{AA610931-F49B-4009-A16D-D420F90A45F0}" type="presOf" srcId="{5ECC3638-E376-42D3-A821-ADCCFA5A2224}" destId="{BD1EFBF6-08C3-406D-8D05-23C2F9C30EC1}" srcOrd="1" destOrd="0" presId="urn:microsoft.com/office/officeart/2005/8/layout/vProcess5"/>
    <dgm:cxn modelId="{49C73132-15EA-4EA2-8ED1-5E760052AAFC}" srcId="{1C625DB5-BAF9-45C8-8037-413A5D52E148}" destId="{A74EEE62-C897-474E-8B7D-EF99FB68E5E0}" srcOrd="2" destOrd="0" parTransId="{B9DED753-A3CB-40B5-B2CD-3C30455736F8}" sibTransId="{98EC51EB-E1D7-449D-90B5-C78C105086B2}"/>
    <dgm:cxn modelId="{3C98E837-851F-4997-BC04-D3B2B7565411}" srcId="{1C625DB5-BAF9-45C8-8037-413A5D52E148}" destId="{5ECC3638-E376-42D3-A821-ADCCFA5A2224}" srcOrd="3" destOrd="0" parTransId="{5936CF9B-B086-4149-8617-577ADFEDD2E2}" sibTransId="{A065D082-58D5-4EC3-9349-0D8B9A52DE85}"/>
    <dgm:cxn modelId="{7B98CC3C-BFBF-4B04-8198-24985E14E89D}" type="presOf" srcId="{D6A1AA63-8299-446C-80B4-C4B341663940}" destId="{071ED53F-4FE7-4C4B-9912-2E18CC0AD4D9}" srcOrd="0" destOrd="0" presId="urn:microsoft.com/office/officeart/2005/8/layout/vProcess5"/>
    <dgm:cxn modelId="{22E22F5D-F1F9-40F4-A9D4-AE4961106646}" type="presOf" srcId="{9193EBA5-7E58-438D-AF81-DDBECF71D253}" destId="{D46D2179-6795-4A41-BED8-E30A8BEE586F}" srcOrd="0" destOrd="0" presId="urn:microsoft.com/office/officeart/2005/8/layout/vProcess5"/>
    <dgm:cxn modelId="{F9FA7D44-AEB0-4504-B8F8-E651D4CEDDB1}" type="presOf" srcId="{1C625DB5-BAF9-45C8-8037-413A5D52E148}" destId="{E3716D2A-BD7D-4C34-92BB-5215C80A6F01}" srcOrd="0" destOrd="0" presId="urn:microsoft.com/office/officeart/2005/8/layout/vProcess5"/>
    <dgm:cxn modelId="{CAA8D35A-2F55-4A06-A207-BC80E18D0DE4}" type="presOf" srcId="{E2CE997A-BFBA-4509-A878-FB76663061E7}" destId="{28D99450-63CB-4E4B-8308-1FF46F865BE4}" srcOrd="1" destOrd="0" presId="urn:microsoft.com/office/officeart/2005/8/layout/vProcess5"/>
    <dgm:cxn modelId="{09BFBC80-697A-4025-A01F-845D7DF5F483}" type="presOf" srcId="{A74EEE62-C897-474E-8B7D-EF99FB68E5E0}" destId="{E231688E-6556-4CE0-B7B0-F05F7BC1B9E1}" srcOrd="0" destOrd="0" presId="urn:microsoft.com/office/officeart/2005/8/layout/vProcess5"/>
    <dgm:cxn modelId="{9412EC83-170E-4DF9-ABFF-5BABEAE83EC8}" type="presOf" srcId="{5ECC3638-E376-42D3-A821-ADCCFA5A2224}" destId="{4D3C34BA-C715-4047-9250-EF291F538A2D}" srcOrd="0" destOrd="0" presId="urn:microsoft.com/office/officeart/2005/8/layout/vProcess5"/>
    <dgm:cxn modelId="{3FD2D28F-A676-49F4-A614-EE144CEA695E}" type="presOf" srcId="{9193EBA5-7E58-438D-AF81-DDBECF71D253}" destId="{3C2BE486-4798-458C-9CAF-F27F4084905D}" srcOrd="1" destOrd="0" presId="urn:microsoft.com/office/officeart/2005/8/layout/vProcess5"/>
    <dgm:cxn modelId="{E4046AAE-450D-4D50-B4E5-C1982F2A611B}" srcId="{1C625DB5-BAF9-45C8-8037-413A5D52E148}" destId="{9193EBA5-7E58-438D-AF81-DDBECF71D253}" srcOrd="1" destOrd="0" parTransId="{535C2088-7839-496F-BA44-B4114097521D}" sibTransId="{9BE8EE97-7315-43FE-97E2-8DE3E09C515B}"/>
    <dgm:cxn modelId="{D349B2DD-F56D-4627-9A24-C9D4501061C2}" type="presOf" srcId="{A74EEE62-C897-474E-8B7D-EF99FB68E5E0}" destId="{08A96A48-8A85-4AF4-8E11-88C7D9F35752}" srcOrd="1" destOrd="0" presId="urn:microsoft.com/office/officeart/2005/8/layout/vProcess5"/>
    <dgm:cxn modelId="{A385A6E9-1E37-437D-8885-0A232E8B1B12}" srcId="{1C625DB5-BAF9-45C8-8037-413A5D52E148}" destId="{E2CE997A-BFBA-4509-A878-FB76663061E7}" srcOrd="0" destOrd="0" parTransId="{1BEA0D63-010B-4ECD-A01B-1D2344AFD84F}" sibTransId="{D6A1AA63-8299-446C-80B4-C4B341663940}"/>
    <dgm:cxn modelId="{01719CEE-9290-4F67-B8F2-1E69B9543FAF}" type="presParOf" srcId="{E3716D2A-BD7D-4C34-92BB-5215C80A6F01}" destId="{2975D7AE-A719-47CD-9F55-017A7EF0F39C}" srcOrd="0" destOrd="0" presId="urn:microsoft.com/office/officeart/2005/8/layout/vProcess5"/>
    <dgm:cxn modelId="{56DC048B-DC4B-473E-A022-549F4D2FB6A3}" type="presParOf" srcId="{E3716D2A-BD7D-4C34-92BB-5215C80A6F01}" destId="{F9FDF692-477F-4DF0-BB4F-D647C966374E}" srcOrd="1" destOrd="0" presId="urn:microsoft.com/office/officeart/2005/8/layout/vProcess5"/>
    <dgm:cxn modelId="{B2A33291-4A6C-4C18-A1CF-66D4223A843B}" type="presParOf" srcId="{E3716D2A-BD7D-4C34-92BB-5215C80A6F01}" destId="{D46D2179-6795-4A41-BED8-E30A8BEE586F}" srcOrd="2" destOrd="0" presId="urn:microsoft.com/office/officeart/2005/8/layout/vProcess5"/>
    <dgm:cxn modelId="{C281AEAE-D413-4DFD-8A3B-3083CAB756E2}" type="presParOf" srcId="{E3716D2A-BD7D-4C34-92BB-5215C80A6F01}" destId="{E231688E-6556-4CE0-B7B0-F05F7BC1B9E1}" srcOrd="3" destOrd="0" presId="urn:microsoft.com/office/officeart/2005/8/layout/vProcess5"/>
    <dgm:cxn modelId="{24BCD401-6C78-4A9B-9590-FDFFDFC85013}" type="presParOf" srcId="{E3716D2A-BD7D-4C34-92BB-5215C80A6F01}" destId="{4D3C34BA-C715-4047-9250-EF291F538A2D}" srcOrd="4" destOrd="0" presId="urn:microsoft.com/office/officeart/2005/8/layout/vProcess5"/>
    <dgm:cxn modelId="{AA8406AC-E5CA-4A1F-AA07-F9B273AB946E}" type="presParOf" srcId="{E3716D2A-BD7D-4C34-92BB-5215C80A6F01}" destId="{071ED53F-4FE7-4C4B-9912-2E18CC0AD4D9}" srcOrd="5" destOrd="0" presId="urn:microsoft.com/office/officeart/2005/8/layout/vProcess5"/>
    <dgm:cxn modelId="{B7773E59-2A8E-4E31-BB49-FB6A1ECFE9ED}" type="presParOf" srcId="{E3716D2A-BD7D-4C34-92BB-5215C80A6F01}" destId="{AAD603C2-8B57-4265-9EC1-B2003D6A6E7F}" srcOrd="6" destOrd="0" presId="urn:microsoft.com/office/officeart/2005/8/layout/vProcess5"/>
    <dgm:cxn modelId="{78FEEB2C-ACA8-4618-A555-8A4CC55E84E2}" type="presParOf" srcId="{E3716D2A-BD7D-4C34-92BB-5215C80A6F01}" destId="{0FAE9B81-925C-492F-ACB7-2EE78F263E57}" srcOrd="7" destOrd="0" presId="urn:microsoft.com/office/officeart/2005/8/layout/vProcess5"/>
    <dgm:cxn modelId="{D15F4F1F-755B-450F-BAAB-C6B51590A560}" type="presParOf" srcId="{E3716D2A-BD7D-4C34-92BB-5215C80A6F01}" destId="{28D99450-63CB-4E4B-8308-1FF46F865BE4}" srcOrd="8" destOrd="0" presId="urn:microsoft.com/office/officeart/2005/8/layout/vProcess5"/>
    <dgm:cxn modelId="{4017F7E4-49AE-4F7C-9027-6F00BD67AE6E}" type="presParOf" srcId="{E3716D2A-BD7D-4C34-92BB-5215C80A6F01}" destId="{3C2BE486-4798-458C-9CAF-F27F4084905D}" srcOrd="9" destOrd="0" presId="urn:microsoft.com/office/officeart/2005/8/layout/vProcess5"/>
    <dgm:cxn modelId="{6A11BAB4-3A78-463B-987D-2CA289E36DD2}" type="presParOf" srcId="{E3716D2A-BD7D-4C34-92BB-5215C80A6F01}" destId="{08A96A48-8A85-4AF4-8E11-88C7D9F35752}" srcOrd="10" destOrd="0" presId="urn:microsoft.com/office/officeart/2005/8/layout/vProcess5"/>
    <dgm:cxn modelId="{55E6B8A9-F93F-4A48-ACE0-865A11A03271}" type="presParOf" srcId="{E3716D2A-BD7D-4C34-92BB-5215C80A6F01}" destId="{BD1EFBF6-08C3-406D-8D05-23C2F9C30EC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74E6304-CCA6-4A14-BD5A-02C1DD09D5D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7845A2-4476-4C24-A5CF-2ABD52E56998}">
      <dgm:prSet/>
      <dgm:spPr/>
      <dgm:t>
        <a:bodyPr/>
        <a:lstStyle/>
        <a:p>
          <a:r>
            <a:rPr lang="en-US"/>
            <a:t>Hybrid AI Approach:</a:t>
          </a:r>
        </a:p>
      </dgm:t>
    </dgm:pt>
    <dgm:pt modelId="{991BC1B1-6E88-46E6-A223-68029500CE71}" type="parTrans" cxnId="{9C72C34A-7669-43BC-87F9-CCD9699A6331}">
      <dgm:prSet/>
      <dgm:spPr/>
      <dgm:t>
        <a:bodyPr/>
        <a:lstStyle/>
        <a:p>
          <a:endParaRPr lang="en-US"/>
        </a:p>
      </dgm:t>
    </dgm:pt>
    <dgm:pt modelId="{7A83B9DB-5CB7-46A7-9DD3-C85F0052CB71}" type="sibTrans" cxnId="{9C72C34A-7669-43BC-87F9-CCD9699A6331}">
      <dgm:prSet/>
      <dgm:spPr/>
      <dgm:t>
        <a:bodyPr/>
        <a:lstStyle/>
        <a:p>
          <a:endParaRPr lang="en-US"/>
        </a:p>
      </dgm:t>
    </dgm:pt>
    <dgm:pt modelId="{A1073D36-974B-4B96-87F5-33929665B204}">
      <dgm:prSet/>
      <dgm:spPr/>
      <dgm:t>
        <a:bodyPr/>
        <a:lstStyle/>
        <a:p>
          <a:r>
            <a:rPr lang="en-US"/>
            <a:t>Trained lightweight YOLOv8 Nano models locally for high-speed edge inference (Helmets/Seatbelts).</a:t>
          </a:r>
        </a:p>
      </dgm:t>
    </dgm:pt>
    <dgm:pt modelId="{23C5CB72-7797-4917-9BC5-212ABB0D8946}" type="parTrans" cxnId="{8680DA8F-064C-4C3A-86DD-69ECD49D5EA2}">
      <dgm:prSet/>
      <dgm:spPr/>
      <dgm:t>
        <a:bodyPr/>
        <a:lstStyle/>
        <a:p>
          <a:endParaRPr lang="en-US"/>
        </a:p>
      </dgm:t>
    </dgm:pt>
    <dgm:pt modelId="{06139A2E-8C75-49AF-B228-CECEF38F53D2}" type="sibTrans" cxnId="{8680DA8F-064C-4C3A-86DD-69ECD49D5EA2}">
      <dgm:prSet/>
      <dgm:spPr/>
      <dgm:t>
        <a:bodyPr/>
        <a:lstStyle/>
        <a:p>
          <a:endParaRPr lang="en-US"/>
        </a:p>
      </dgm:t>
    </dgm:pt>
    <dgm:pt modelId="{CE1723C8-E648-462F-8D50-82769065C85C}">
      <dgm:prSet/>
      <dgm:spPr/>
      <dgm:t>
        <a:bodyPr/>
        <a:lstStyle/>
        <a:p>
          <a:r>
            <a:rPr lang="en-US"/>
            <a:t>Utilize Cloud APIs (Roboflow) for complex environmental detection (Parking/Wrong-side).</a:t>
          </a:r>
        </a:p>
      </dgm:t>
    </dgm:pt>
    <dgm:pt modelId="{421FC8D3-9948-48B8-9463-5F7686AA0935}" type="parTrans" cxnId="{01C97224-4995-4F17-8D2A-849FBBAB3400}">
      <dgm:prSet/>
      <dgm:spPr/>
      <dgm:t>
        <a:bodyPr/>
        <a:lstStyle/>
        <a:p>
          <a:endParaRPr lang="en-US"/>
        </a:p>
      </dgm:t>
    </dgm:pt>
    <dgm:pt modelId="{AD823F66-46CC-43AD-95DA-2DB53F48D622}" type="sibTrans" cxnId="{01C97224-4995-4F17-8D2A-849FBBAB3400}">
      <dgm:prSet/>
      <dgm:spPr/>
      <dgm:t>
        <a:bodyPr/>
        <a:lstStyle/>
        <a:p>
          <a:endParaRPr lang="en-US"/>
        </a:p>
      </dgm:t>
    </dgm:pt>
    <dgm:pt modelId="{C98EFDF6-3A26-479F-819E-84579B5B9A09}">
      <dgm:prSet/>
      <dgm:spPr/>
      <dgm:t>
        <a:bodyPr/>
        <a:lstStyle/>
        <a:p>
          <a:r>
            <a:rPr lang="en-US"/>
            <a:t>Smart Logic Layers (Our Secret Sauce):</a:t>
          </a:r>
        </a:p>
      </dgm:t>
    </dgm:pt>
    <dgm:pt modelId="{654DCBD3-AE69-492F-9819-A3C53A9C8C6C}" type="parTrans" cxnId="{63F8EECD-64F0-4318-8506-51E63F27503E}">
      <dgm:prSet/>
      <dgm:spPr/>
      <dgm:t>
        <a:bodyPr/>
        <a:lstStyle/>
        <a:p>
          <a:endParaRPr lang="en-US"/>
        </a:p>
      </dgm:t>
    </dgm:pt>
    <dgm:pt modelId="{338D1544-BDF2-4FEE-A09B-F8C83E9551C7}" type="sibTrans" cxnId="{63F8EECD-64F0-4318-8506-51E63F27503E}">
      <dgm:prSet/>
      <dgm:spPr/>
      <dgm:t>
        <a:bodyPr/>
        <a:lstStyle/>
        <a:p>
          <a:endParaRPr lang="en-US"/>
        </a:p>
      </dgm:t>
    </dgm:pt>
    <dgm:pt modelId="{28A22DE9-46B4-4D8D-A1DB-18C4AA093026}">
      <dgm:prSet/>
      <dgm:spPr/>
      <dgm:t>
        <a:bodyPr/>
        <a:lstStyle/>
        <a:p>
          <a:r>
            <a:rPr lang="en-US"/>
            <a:t>Instead of training redundant heavy AI models for Triple Riding or Stop-Lines, we built mathematically efficient clustering and geometry layers directly on top of the base detections.</a:t>
          </a:r>
        </a:p>
      </dgm:t>
    </dgm:pt>
    <dgm:pt modelId="{80649F64-97EA-460E-8797-BD243AB36F12}" type="parTrans" cxnId="{D4DB74E7-D4A5-463A-AD52-AB41B02B2B06}">
      <dgm:prSet/>
      <dgm:spPr/>
      <dgm:t>
        <a:bodyPr/>
        <a:lstStyle/>
        <a:p>
          <a:endParaRPr lang="en-US"/>
        </a:p>
      </dgm:t>
    </dgm:pt>
    <dgm:pt modelId="{EF18A84E-51AD-4FAE-985C-FE1F6C12996E}" type="sibTrans" cxnId="{D4DB74E7-D4A5-463A-AD52-AB41B02B2B06}">
      <dgm:prSet/>
      <dgm:spPr/>
      <dgm:t>
        <a:bodyPr/>
        <a:lstStyle/>
        <a:p>
          <a:endParaRPr lang="en-US"/>
        </a:p>
      </dgm:t>
    </dgm:pt>
    <dgm:pt modelId="{8324EC01-6492-4821-9B56-5B60389DA132}" type="pres">
      <dgm:prSet presAssocID="{374E6304-CCA6-4A14-BD5A-02C1DD09D5D5}" presName="linear" presStyleCnt="0">
        <dgm:presLayoutVars>
          <dgm:animLvl val="lvl"/>
          <dgm:resizeHandles val="exact"/>
        </dgm:presLayoutVars>
      </dgm:prSet>
      <dgm:spPr/>
    </dgm:pt>
    <dgm:pt modelId="{660C545F-73F4-4728-934A-15E63ED3F007}" type="pres">
      <dgm:prSet presAssocID="{537845A2-4476-4C24-A5CF-2ABD52E5699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6D7D9B1-361F-47DC-A500-FC7806319996}" type="pres">
      <dgm:prSet presAssocID="{537845A2-4476-4C24-A5CF-2ABD52E56998}" presName="childText" presStyleLbl="revTx" presStyleIdx="0" presStyleCnt="2">
        <dgm:presLayoutVars>
          <dgm:bulletEnabled val="1"/>
        </dgm:presLayoutVars>
      </dgm:prSet>
      <dgm:spPr/>
    </dgm:pt>
    <dgm:pt modelId="{F0B69C54-DD29-4E96-8AFA-4BE1D4A21A3C}" type="pres">
      <dgm:prSet presAssocID="{C98EFDF6-3A26-479F-819E-84579B5B9A09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A3C5116-146E-4E9F-8F7D-EF39361651E3}" type="pres">
      <dgm:prSet presAssocID="{C98EFDF6-3A26-479F-819E-84579B5B9A09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697F81A-C097-478E-A867-36D7A5E5D457}" type="presOf" srcId="{A1073D36-974B-4B96-87F5-33929665B204}" destId="{E6D7D9B1-361F-47DC-A500-FC7806319996}" srcOrd="0" destOrd="0" presId="urn:microsoft.com/office/officeart/2005/8/layout/vList2"/>
    <dgm:cxn modelId="{01C97224-4995-4F17-8D2A-849FBBAB3400}" srcId="{537845A2-4476-4C24-A5CF-2ABD52E56998}" destId="{CE1723C8-E648-462F-8D50-82769065C85C}" srcOrd="1" destOrd="0" parTransId="{421FC8D3-9948-48B8-9463-5F7686AA0935}" sibTransId="{AD823F66-46CC-43AD-95DA-2DB53F48D622}"/>
    <dgm:cxn modelId="{284D3A3E-2CF3-4ADA-9BC5-9D12F923E7D6}" type="presOf" srcId="{CE1723C8-E648-462F-8D50-82769065C85C}" destId="{E6D7D9B1-361F-47DC-A500-FC7806319996}" srcOrd="0" destOrd="1" presId="urn:microsoft.com/office/officeart/2005/8/layout/vList2"/>
    <dgm:cxn modelId="{7CB98565-0DD1-424C-84B8-EED1B89978A5}" type="presOf" srcId="{28A22DE9-46B4-4D8D-A1DB-18C4AA093026}" destId="{DA3C5116-146E-4E9F-8F7D-EF39361651E3}" srcOrd="0" destOrd="0" presId="urn:microsoft.com/office/officeart/2005/8/layout/vList2"/>
    <dgm:cxn modelId="{9C72C34A-7669-43BC-87F9-CCD9699A6331}" srcId="{374E6304-CCA6-4A14-BD5A-02C1DD09D5D5}" destId="{537845A2-4476-4C24-A5CF-2ABD52E56998}" srcOrd="0" destOrd="0" parTransId="{991BC1B1-6E88-46E6-A223-68029500CE71}" sibTransId="{7A83B9DB-5CB7-46A7-9DD3-C85F0052CB71}"/>
    <dgm:cxn modelId="{322B5C84-0666-4D23-A1E1-225C085B09B7}" type="presOf" srcId="{374E6304-CCA6-4A14-BD5A-02C1DD09D5D5}" destId="{8324EC01-6492-4821-9B56-5B60389DA132}" srcOrd="0" destOrd="0" presId="urn:microsoft.com/office/officeart/2005/8/layout/vList2"/>
    <dgm:cxn modelId="{8680DA8F-064C-4C3A-86DD-69ECD49D5EA2}" srcId="{537845A2-4476-4C24-A5CF-2ABD52E56998}" destId="{A1073D36-974B-4B96-87F5-33929665B204}" srcOrd="0" destOrd="0" parTransId="{23C5CB72-7797-4917-9BC5-212ABB0D8946}" sibTransId="{06139A2E-8C75-49AF-B228-CECEF38F53D2}"/>
    <dgm:cxn modelId="{A17BC5B6-FCDC-4395-9430-18C830306A94}" type="presOf" srcId="{C98EFDF6-3A26-479F-819E-84579B5B9A09}" destId="{F0B69C54-DD29-4E96-8AFA-4BE1D4A21A3C}" srcOrd="0" destOrd="0" presId="urn:microsoft.com/office/officeart/2005/8/layout/vList2"/>
    <dgm:cxn modelId="{88A245CB-A21B-4878-84AB-434D7F356FC2}" type="presOf" srcId="{537845A2-4476-4C24-A5CF-2ABD52E56998}" destId="{660C545F-73F4-4728-934A-15E63ED3F007}" srcOrd="0" destOrd="0" presId="urn:microsoft.com/office/officeart/2005/8/layout/vList2"/>
    <dgm:cxn modelId="{63F8EECD-64F0-4318-8506-51E63F27503E}" srcId="{374E6304-CCA6-4A14-BD5A-02C1DD09D5D5}" destId="{C98EFDF6-3A26-479F-819E-84579B5B9A09}" srcOrd="1" destOrd="0" parTransId="{654DCBD3-AE69-492F-9819-A3C53A9C8C6C}" sibTransId="{338D1544-BDF2-4FEE-A09B-F8C83E9551C7}"/>
    <dgm:cxn modelId="{D4DB74E7-D4A5-463A-AD52-AB41B02B2B06}" srcId="{C98EFDF6-3A26-479F-819E-84579B5B9A09}" destId="{28A22DE9-46B4-4D8D-A1DB-18C4AA093026}" srcOrd="0" destOrd="0" parTransId="{80649F64-97EA-460E-8797-BD243AB36F12}" sibTransId="{EF18A84E-51AD-4FAE-985C-FE1F6C12996E}"/>
    <dgm:cxn modelId="{2AECF3B9-191C-4CEC-822D-7976163C1B86}" type="presParOf" srcId="{8324EC01-6492-4821-9B56-5B60389DA132}" destId="{660C545F-73F4-4728-934A-15E63ED3F007}" srcOrd="0" destOrd="0" presId="urn:microsoft.com/office/officeart/2005/8/layout/vList2"/>
    <dgm:cxn modelId="{20F4AD38-348D-420B-8704-E2A1EDE549D6}" type="presParOf" srcId="{8324EC01-6492-4821-9B56-5B60389DA132}" destId="{E6D7D9B1-361F-47DC-A500-FC7806319996}" srcOrd="1" destOrd="0" presId="urn:microsoft.com/office/officeart/2005/8/layout/vList2"/>
    <dgm:cxn modelId="{754E7F78-72FC-497A-9B1C-7BAD693A6C77}" type="presParOf" srcId="{8324EC01-6492-4821-9B56-5B60389DA132}" destId="{F0B69C54-DD29-4E96-8AFA-4BE1D4A21A3C}" srcOrd="2" destOrd="0" presId="urn:microsoft.com/office/officeart/2005/8/layout/vList2"/>
    <dgm:cxn modelId="{2B92C59D-0042-45DE-BDEF-5ACA676FBABE}" type="presParOf" srcId="{8324EC01-6492-4821-9B56-5B60389DA132}" destId="{DA3C5116-146E-4E9F-8F7D-EF39361651E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25104A2-BC3D-415F-84A4-0AB3DB6ADDF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89C7CFB-5C2B-4A9B-AA1C-3E84F5F7C211}">
      <dgm:prSet/>
      <dgm:spPr/>
      <dgm:t>
        <a:bodyPr/>
        <a:lstStyle/>
        <a:p>
          <a:r>
            <a:rPr lang="en-US"/>
            <a:t>Edge Scalability: The Nano pipeline can be deployed directly on NVIDIA Jetson devices at intersections.</a:t>
          </a:r>
        </a:p>
      </dgm:t>
    </dgm:pt>
    <dgm:pt modelId="{81BC75E5-2919-4083-B529-70939313F07D}" type="parTrans" cxnId="{86B9451D-B514-40CE-BBAB-D0A83AB08CC8}">
      <dgm:prSet/>
      <dgm:spPr/>
      <dgm:t>
        <a:bodyPr/>
        <a:lstStyle/>
        <a:p>
          <a:endParaRPr lang="en-US"/>
        </a:p>
      </dgm:t>
    </dgm:pt>
    <dgm:pt modelId="{57D230D8-DB89-45C8-966E-0F3958FC1F40}" type="sibTrans" cxnId="{86B9451D-B514-40CE-BBAB-D0A83AB08CC8}">
      <dgm:prSet/>
      <dgm:spPr/>
      <dgm:t>
        <a:bodyPr/>
        <a:lstStyle/>
        <a:p>
          <a:endParaRPr lang="en-US"/>
        </a:p>
      </dgm:t>
    </dgm:pt>
    <dgm:pt modelId="{6A794E42-F821-4EE1-A22F-C21F36FDAFB5}">
      <dgm:prSet/>
      <dgm:spPr/>
      <dgm:t>
        <a:bodyPr/>
        <a:lstStyle/>
        <a:p>
          <a:r>
            <a:rPr lang="en-US"/>
            <a:t>RTSP Video Stream support for real-time live-camera processing.</a:t>
          </a:r>
        </a:p>
      </dgm:t>
    </dgm:pt>
    <dgm:pt modelId="{53242E03-60F8-41DB-B4D1-187011BDEBC4}" type="parTrans" cxnId="{34C6243A-9CCE-41CE-8226-D657AA7C9D7C}">
      <dgm:prSet/>
      <dgm:spPr/>
      <dgm:t>
        <a:bodyPr/>
        <a:lstStyle/>
        <a:p>
          <a:endParaRPr lang="en-US"/>
        </a:p>
      </dgm:t>
    </dgm:pt>
    <dgm:pt modelId="{255D3F09-5D4D-4242-8D44-397557560740}" type="sibTrans" cxnId="{34C6243A-9CCE-41CE-8226-D657AA7C9D7C}">
      <dgm:prSet/>
      <dgm:spPr/>
      <dgm:t>
        <a:bodyPr/>
        <a:lstStyle/>
        <a:p>
          <a:endParaRPr lang="en-US"/>
        </a:p>
      </dgm:t>
    </dgm:pt>
    <dgm:pt modelId="{80DCD70D-AFEC-4578-8205-A11F7A0972DF}">
      <dgm:prSet/>
      <dgm:spPr/>
      <dgm:t>
        <a:bodyPr/>
        <a:lstStyle/>
        <a:p>
          <a:r>
            <a:rPr lang="en-US"/>
            <a:t>Direct API integration with government e-Challan enforcement databases.</a:t>
          </a:r>
        </a:p>
      </dgm:t>
    </dgm:pt>
    <dgm:pt modelId="{85EFCF5B-652A-4BAC-BE3D-60108AB28F98}" type="parTrans" cxnId="{896CFAFA-54A0-49BB-9EFF-A97FA6C01751}">
      <dgm:prSet/>
      <dgm:spPr/>
      <dgm:t>
        <a:bodyPr/>
        <a:lstStyle/>
        <a:p>
          <a:endParaRPr lang="en-US"/>
        </a:p>
      </dgm:t>
    </dgm:pt>
    <dgm:pt modelId="{D9F25786-7616-4F8E-91BC-8E381370A692}" type="sibTrans" cxnId="{896CFAFA-54A0-49BB-9EFF-A97FA6C01751}">
      <dgm:prSet/>
      <dgm:spPr/>
      <dgm:t>
        <a:bodyPr/>
        <a:lstStyle/>
        <a:p>
          <a:endParaRPr lang="en-US"/>
        </a:p>
      </dgm:t>
    </dgm:pt>
    <dgm:pt modelId="{EDE56A04-7D7C-4541-AF56-7FAC9C2CD0B0}">
      <dgm:prSet/>
      <dgm:spPr/>
      <dgm:t>
        <a:bodyPr/>
        <a:lstStyle/>
        <a:p>
          <a:r>
            <a:rPr lang="en-US"/>
            <a:t>Multi-camera vehicle tracking across city intersections.</a:t>
          </a:r>
        </a:p>
      </dgm:t>
    </dgm:pt>
    <dgm:pt modelId="{C4207920-E291-4AEF-826B-00DB98D12684}" type="parTrans" cxnId="{875E5DCA-BBEB-49FD-881B-1626EAF31B03}">
      <dgm:prSet/>
      <dgm:spPr/>
      <dgm:t>
        <a:bodyPr/>
        <a:lstStyle/>
        <a:p>
          <a:endParaRPr lang="en-US"/>
        </a:p>
      </dgm:t>
    </dgm:pt>
    <dgm:pt modelId="{630775C8-C7B0-407D-8C53-11B9CFFBBEF1}" type="sibTrans" cxnId="{875E5DCA-BBEB-49FD-881B-1626EAF31B03}">
      <dgm:prSet/>
      <dgm:spPr/>
      <dgm:t>
        <a:bodyPr/>
        <a:lstStyle/>
        <a:p>
          <a:endParaRPr lang="en-US"/>
        </a:p>
      </dgm:t>
    </dgm:pt>
    <dgm:pt modelId="{17FF761A-AA5D-4DE2-BBD7-192955397E4B}" type="pres">
      <dgm:prSet presAssocID="{525104A2-BC3D-415F-84A4-0AB3DB6ADDFF}" presName="root" presStyleCnt="0">
        <dgm:presLayoutVars>
          <dgm:dir/>
          <dgm:resizeHandles val="exact"/>
        </dgm:presLayoutVars>
      </dgm:prSet>
      <dgm:spPr/>
    </dgm:pt>
    <dgm:pt modelId="{8F44200C-C121-4326-90DF-67929BB4622D}" type="pres">
      <dgm:prSet presAssocID="{389C7CFB-5C2B-4A9B-AA1C-3E84F5F7C211}" presName="compNode" presStyleCnt="0"/>
      <dgm:spPr/>
    </dgm:pt>
    <dgm:pt modelId="{1E72173A-43A8-453D-9B39-B1348FD8CAF1}" type="pres">
      <dgm:prSet presAssocID="{389C7CFB-5C2B-4A9B-AA1C-3E84F5F7C211}" presName="bgRect" presStyleLbl="bgShp" presStyleIdx="0" presStyleCnt="4"/>
      <dgm:spPr/>
    </dgm:pt>
    <dgm:pt modelId="{6D75A192-F3B4-48B3-B623-646964FC4B62}" type="pres">
      <dgm:prSet presAssocID="{389C7CFB-5C2B-4A9B-AA1C-3E84F5F7C211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004F6707-CCA8-4717-851B-9C2174A02676}" type="pres">
      <dgm:prSet presAssocID="{389C7CFB-5C2B-4A9B-AA1C-3E84F5F7C211}" presName="spaceRect" presStyleCnt="0"/>
      <dgm:spPr/>
    </dgm:pt>
    <dgm:pt modelId="{6125E514-8995-4FEC-885B-E2600AD3E62A}" type="pres">
      <dgm:prSet presAssocID="{389C7CFB-5C2B-4A9B-AA1C-3E84F5F7C211}" presName="parTx" presStyleLbl="revTx" presStyleIdx="0" presStyleCnt="4">
        <dgm:presLayoutVars>
          <dgm:chMax val="0"/>
          <dgm:chPref val="0"/>
        </dgm:presLayoutVars>
      </dgm:prSet>
      <dgm:spPr/>
    </dgm:pt>
    <dgm:pt modelId="{3DCF2C26-1E3A-4053-86F9-3D3C7CF52524}" type="pres">
      <dgm:prSet presAssocID="{57D230D8-DB89-45C8-966E-0F3958FC1F40}" presName="sibTrans" presStyleCnt="0"/>
      <dgm:spPr/>
    </dgm:pt>
    <dgm:pt modelId="{0B97AA00-2EBD-4EC6-B6DB-2D20029EAAEA}" type="pres">
      <dgm:prSet presAssocID="{6A794E42-F821-4EE1-A22F-C21F36FDAFB5}" presName="compNode" presStyleCnt="0"/>
      <dgm:spPr/>
    </dgm:pt>
    <dgm:pt modelId="{C6CD05FA-E610-4D9D-AEE1-42EC8B20922D}" type="pres">
      <dgm:prSet presAssocID="{6A794E42-F821-4EE1-A22F-C21F36FDAFB5}" presName="bgRect" presStyleLbl="bgShp" presStyleIdx="1" presStyleCnt="4"/>
      <dgm:spPr/>
    </dgm:pt>
    <dgm:pt modelId="{9B5F9061-F905-45E9-B523-9B8D97CE5E64}" type="pres">
      <dgm:prSet presAssocID="{6A794E42-F821-4EE1-A22F-C21F36FDAFB5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curity Camera Sign"/>
        </a:ext>
      </dgm:extLst>
    </dgm:pt>
    <dgm:pt modelId="{FF3FCA2A-AF99-4AC7-9192-EBC8C745AB1A}" type="pres">
      <dgm:prSet presAssocID="{6A794E42-F821-4EE1-A22F-C21F36FDAFB5}" presName="spaceRect" presStyleCnt="0"/>
      <dgm:spPr/>
    </dgm:pt>
    <dgm:pt modelId="{1EC7135A-4DA8-4F44-9B0D-B3089B05A6D8}" type="pres">
      <dgm:prSet presAssocID="{6A794E42-F821-4EE1-A22F-C21F36FDAFB5}" presName="parTx" presStyleLbl="revTx" presStyleIdx="1" presStyleCnt="4">
        <dgm:presLayoutVars>
          <dgm:chMax val="0"/>
          <dgm:chPref val="0"/>
        </dgm:presLayoutVars>
      </dgm:prSet>
      <dgm:spPr/>
    </dgm:pt>
    <dgm:pt modelId="{BAC31AE5-15C1-482B-B77D-124B4B3973E7}" type="pres">
      <dgm:prSet presAssocID="{255D3F09-5D4D-4242-8D44-397557560740}" presName="sibTrans" presStyleCnt="0"/>
      <dgm:spPr/>
    </dgm:pt>
    <dgm:pt modelId="{77ECFECF-E79D-44BE-9418-AE6102E9CA85}" type="pres">
      <dgm:prSet presAssocID="{80DCD70D-AFEC-4578-8205-A11F7A0972DF}" presName="compNode" presStyleCnt="0"/>
      <dgm:spPr/>
    </dgm:pt>
    <dgm:pt modelId="{F9CA970E-D6AC-4D0F-B4DB-915BE82996A9}" type="pres">
      <dgm:prSet presAssocID="{80DCD70D-AFEC-4578-8205-A11F7A0972DF}" presName="bgRect" presStyleLbl="bgShp" presStyleIdx="2" presStyleCnt="4"/>
      <dgm:spPr/>
    </dgm:pt>
    <dgm:pt modelId="{3DD4AE3F-37B3-43AC-B1DA-48402C532F18}" type="pres">
      <dgm:prSet presAssocID="{80DCD70D-AFEC-4578-8205-A11F7A0972DF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6DB92E2B-2CBF-453C-A932-BFB93FDAD27D}" type="pres">
      <dgm:prSet presAssocID="{80DCD70D-AFEC-4578-8205-A11F7A0972DF}" presName="spaceRect" presStyleCnt="0"/>
      <dgm:spPr/>
    </dgm:pt>
    <dgm:pt modelId="{C9980257-22BF-4BF8-B8B0-6F47B9D22956}" type="pres">
      <dgm:prSet presAssocID="{80DCD70D-AFEC-4578-8205-A11F7A0972DF}" presName="parTx" presStyleLbl="revTx" presStyleIdx="2" presStyleCnt="4">
        <dgm:presLayoutVars>
          <dgm:chMax val="0"/>
          <dgm:chPref val="0"/>
        </dgm:presLayoutVars>
      </dgm:prSet>
      <dgm:spPr/>
    </dgm:pt>
    <dgm:pt modelId="{B7A4A14B-D664-43F3-B0F6-2DD6C2953E0A}" type="pres">
      <dgm:prSet presAssocID="{D9F25786-7616-4F8E-91BC-8E381370A692}" presName="sibTrans" presStyleCnt="0"/>
      <dgm:spPr/>
    </dgm:pt>
    <dgm:pt modelId="{53913FBA-861D-48C5-BBE2-B640274F1AE2}" type="pres">
      <dgm:prSet presAssocID="{EDE56A04-7D7C-4541-AF56-7FAC9C2CD0B0}" presName="compNode" presStyleCnt="0"/>
      <dgm:spPr/>
    </dgm:pt>
    <dgm:pt modelId="{95AF172E-727A-42FC-BC2A-7E7F17ACBC59}" type="pres">
      <dgm:prSet presAssocID="{EDE56A04-7D7C-4541-AF56-7FAC9C2CD0B0}" presName="bgRect" presStyleLbl="bgShp" presStyleIdx="3" presStyleCnt="4"/>
      <dgm:spPr/>
    </dgm:pt>
    <dgm:pt modelId="{EF03B2AA-9CCF-4174-8EFB-7023DB418373}" type="pres">
      <dgm:prSet presAssocID="{EDE56A04-7D7C-4541-AF56-7FAC9C2CD0B0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affic Light"/>
        </a:ext>
      </dgm:extLst>
    </dgm:pt>
    <dgm:pt modelId="{2B2D3034-D229-4D5E-B3C8-DCAC9808F7D2}" type="pres">
      <dgm:prSet presAssocID="{EDE56A04-7D7C-4541-AF56-7FAC9C2CD0B0}" presName="spaceRect" presStyleCnt="0"/>
      <dgm:spPr/>
    </dgm:pt>
    <dgm:pt modelId="{350BD32C-58A4-42B9-A7FC-286C6B3B7514}" type="pres">
      <dgm:prSet presAssocID="{EDE56A04-7D7C-4541-AF56-7FAC9C2CD0B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6B9451D-B514-40CE-BBAB-D0A83AB08CC8}" srcId="{525104A2-BC3D-415F-84A4-0AB3DB6ADDFF}" destId="{389C7CFB-5C2B-4A9B-AA1C-3E84F5F7C211}" srcOrd="0" destOrd="0" parTransId="{81BC75E5-2919-4083-B529-70939313F07D}" sibTransId="{57D230D8-DB89-45C8-966E-0F3958FC1F40}"/>
    <dgm:cxn modelId="{34C6243A-9CCE-41CE-8226-D657AA7C9D7C}" srcId="{525104A2-BC3D-415F-84A4-0AB3DB6ADDFF}" destId="{6A794E42-F821-4EE1-A22F-C21F36FDAFB5}" srcOrd="1" destOrd="0" parTransId="{53242E03-60F8-41DB-B4D1-187011BDEBC4}" sibTransId="{255D3F09-5D4D-4242-8D44-397557560740}"/>
    <dgm:cxn modelId="{2C16AE48-1FBE-492C-9D7F-E3974403D0BE}" type="presOf" srcId="{6A794E42-F821-4EE1-A22F-C21F36FDAFB5}" destId="{1EC7135A-4DA8-4F44-9B0D-B3089B05A6D8}" srcOrd="0" destOrd="0" presId="urn:microsoft.com/office/officeart/2018/2/layout/IconVerticalSolidList"/>
    <dgm:cxn modelId="{C19A2987-7C08-4686-8D1E-81FEC3989E7D}" type="presOf" srcId="{389C7CFB-5C2B-4A9B-AA1C-3E84F5F7C211}" destId="{6125E514-8995-4FEC-885B-E2600AD3E62A}" srcOrd="0" destOrd="0" presId="urn:microsoft.com/office/officeart/2018/2/layout/IconVerticalSolidList"/>
    <dgm:cxn modelId="{B618C4A5-3972-412E-B13F-A798D21EAD6A}" type="presOf" srcId="{525104A2-BC3D-415F-84A4-0AB3DB6ADDFF}" destId="{17FF761A-AA5D-4DE2-BBD7-192955397E4B}" srcOrd="0" destOrd="0" presId="urn:microsoft.com/office/officeart/2018/2/layout/IconVerticalSolidList"/>
    <dgm:cxn modelId="{875E5DCA-BBEB-49FD-881B-1626EAF31B03}" srcId="{525104A2-BC3D-415F-84A4-0AB3DB6ADDFF}" destId="{EDE56A04-7D7C-4541-AF56-7FAC9C2CD0B0}" srcOrd="3" destOrd="0" parTransId="{C4207920-E291-4AEF-826B-00DB98D12684}" sibTransId="{630775C8-C7B0-407D-8C53-11B9CFFBBEF1}"/>
    <dgm:cxn modelId="{5D8F79CC-D54F-46DC-912E-D12D554B89DA}" type="presOf" srcId="{80DCD70D-AFEC-4578-8205-A11F7A0972DF}" destId="{C9980257-22BF-4BF8-B8B0-6F47B9D22956}" srcOrd="0" destOrd="0" presId="urn:microsoft.com/office/officeart/2018/2/layout/IconVerticalSolidList"/>
    <dgm:cxn modelId="{D85AC2D0-63D4-4A72-BB4A-93553DA920F4}" type="presOf" srcId="{EDE56A04-7D7C-4541-AF56-7FAC9C2CD0B0}" destId="{350BD32C-58A4-42B9-A7FC-286C6B3B7514}" srcOrd="0" destOrd="0" presId="urn:microsoft.com/office/officeart/2018/2/layout/IconVerticalSolidList"/>
    <dgm:cxn modelId="{896CFAFA-54A0-49BB-9EFF-A97FA6C01751}" srcId="{525104A2-BC3D-415F-84A4-0AB3DB6ADDFF}" destId="{80DCD70D-AFEC-4578-8205-A11F7A0972DF}" srcOrd="2" destOrd="0" parTransId="{85EFCF5B-652A-4BAC-BE3D-60108AB28F98}" sibTransId="{D9F25786-7616-4F8E-91BC-8E381370A692}"/>
    <dgm:cxn modelId="{22B80C44-D2E5-4081-94CF-5F96090DE819}" type="presParOf" srcId="{17FF761A-AA5D-4DE2-BBD7-192955397E4B}" destId="{8F44200C-C121-4326-90DF-67929BB4622D}" srcOrd="0" destOrd="0" presId="urn:microsoft.com/office/officeart/2018/2/layout/IconVerticalSolidList"/>
    <dgm:cxn modelId="{82082E90-0C7C-4B91-AD34-3D2C077E879C}" type="presParOf" srcId="{8F44200C-C121-4326-90DF-67929BB4622D}" destId="{1E72173A-43A8-453D-9B39-B1348FD8CAF1}" srcOrd="0" destOrd="0" presId="urn:microsoft.com/office/officeart/2018/2/layout/IconVerticalSolidList"/>
    <dgm:cxn modelId="{ABD65F2F-E771-4006-8260-6DA3F24453C8}" type="presParOf" srcId="{8F44200C-C121-4326-90DF-67929BB4622D}" destId="{6D75A192-F3B4-48B3-B623-646964FC4B62}" srcOrd="1" destOrd="0" presId="urn:microsoft.com/office/officeart/2018/2/layout/IconVerticalSolidList"/>
    <dgm:cxn modelId="{4C5A91D3-E1F3-4EA9-916E-349D1EE3BAD2}" type="presParOf" srcId="{8F44200C-C121-4326-90DF-67929BB4622D}" destId="{004F6707-CCA8-4717-851B-9C2174A02676}" srcOrd="2" destOrd="0" presId="urn:microsoft.com/office/officeart/2018/2/layout/IconVerticalSolidList"/>
    <dgm:cxn modelId="{B5EDB5D3-6E69-442C-92FB-6C062AF2963D}" type="presParOf" srcId="{8F44200C-C121-4326-90DF-67929BB4622D}" destId="{6125E514-8995-4FEC-885B-E2600AD3E62A}" srcOrd="3" destOrd="0" presId="urn:microsoft.com/office/officeart/2018/2/layout/IconVerticalSolidList"/>
    <dgm:cxn modelId="{2D9BE7FA-8890-4033-945D-C2ABEF28F480}" type="presParOf" srcId="{17FF761A-AA5D-4DE2-BBD7-192955397E4B}" destId="{3DCF2C26-1E3A-4053-86F9-3D3C7CF52524}" srcOrd="1" destOrd="0" presId="urn:microsoft.com/office/officeart/2018/2/layout/IconVerticalSolidList"/>
    <dgm:cxn modelId="{29768D98-62DF-43C2-AFCA-C2E0ABE6F5FC}" type="presParOf" srcId="{17FF761A-AA5D-4DE2-BBD7-192955397E4B}" destId="{0B97AA00-2EBD-4EC6-B6DB-2D20029EAAEA}" srcOrd="2" destOrd="0" presId="urn:microsoft.com/office/officeart/2018/2/layout/IconVerticalSolidList"/>
    <dgm:cxn modelId="{4D6C080E-4FAF-4131-AE4C-85FD0D4DFEEF}" type="presParOf" srcId="{0B97AA00-2EBD-4EC6-B6DB-2D20029EAAEA}" destId="{C6CD05FA-E610-4D9D-AEE1-42EC8B20922D}" srcOrd="0" destOrd="0" presId="urn:microsoft.com/office/officeart/2018/2/layout/IconVerticalSolidList"/>
    <dgm:cxn modelId="{244E9D42-DF76-4605-8184-9E6FF5D8EE03}" type="presParOf" srcId="{0B97AA00-2EBD-4EC6-B6DB-2D20029EAAEA}" destId="{9B5F9061-F905-45E9-B523-9B8D97CE5E64}" srcOrd="1" destOrd="0" presId="urn:microsoft.com/office/officeart/2018/2/layout/IconVerticalSolidList"/>
    <dgm:cxn modelId="{8F2ACE53-33C6-4441-BCAD-89E7719444ED}" type="presParOf" srcId="{0B97AA00-2EBD-4EC6-B6DB-2D20029EAAEA}" destId="{FF3FCA2A-AF99-4AC7-9192-EBC8C745AB1A}" srcOrd="2" destOrd="0" presId="urn:microsoft.com/office/officeart/2018/2/layout/IconVerticalSolidList"/>
    <dgm:cxn modelId="{69D5A218-4613-4C59-8D82-68F65DE37FE2}" type="presParOf" srcId="{0B97AA00-2EBD-4EC6-B6DB-2D20029EAAEA}" destId="{1EC7135A-4DA8-4F44-9B0D-B3089B05A6D8}" srcOrd="3" destOrd="0" presId="urn:microsoft.com/office/officeart/2018/2/layout/IconVerticalSolidList"/>
    <dgm:cxn modelId="{088F3361-65BE-4934-99E9-ABEAFED2B50A}" type="presParOf" srcId="{17FF761A-AA5D-4DE2-BBD7-192955397E4B}" destId="{BAC31AE5-15C1-482B-B77D-124B4B3973E7}" srcOrd="3" destOrd="0" presId="urn:microsoft.com/office/officeart/2018/2/layout/IconVerticalSolidList"/>
    <dgm:cxn modelId="{56FD668D-F7F1-49A7-BFF3-64D35D1A58DF}" type="presParOf" srcId="{17FF761A-AA5D-4DE2-BBD7-192955397E4B}" destId="{77ECFECF-E79D-44BE-9418-AE6102E9CA85}" srcOrd="4" destOrd="0" presId="urn:microsoft.com/office/officeart/2018/2/layout/IconVerticalSolidList"/>
    <dgm:cxn modelId="{3B7BAFE6-500D-426F-AFBB-8E95E891597D}" type="presParOf" srcId="{77ECFECF-E79D-44BE-9418-AE6102E9CA85}" destId="{F9CA970E-D6AC-4D0F-B4DB-915BE82996A9}" srcOrd="0" destOrd="0" presId="urn:microsoft.com/office/officeart/2018/2/layout/IconVerticalSolidList"/>
    <dgm:cxn modelId="{9951E566-028E-44FD-9606-83D75C79B65C}" type="presParOf" srcId="{77ECFECF-E79D-44BE-9418-AE6102E9CA85}" destId="{3DD4AE3F-37B3-43AC-B1DA-48402C532F18}" srcOrd="1" destOrd="0" presId="urn:microsoft.com/office/officeart/2018/2/layout/IconVerticalSolidList"/>
    <dgm:cxn modelId="{7BE11B93-993B-4E6F-8AF2-356A12BFEC5B}" type="presParOf" srcId="{77ECFECF-E79D-44BE-9418-AE6102E9CA85}" destId="{6DB92E2B-2CBF-453C-A932-BFB93FDAD27D}" srcOrd="2" destOrd="0" presId="urn:microsoft.com/office/officeart/2018/2/layout/IconVerticalSolidList"/>
    <dgm:cxn modelId="{4D4DECE4-C05D-40D2-9CB5-1CEBF735C61D}" type="presParOf" srcId="{77ECFECF-E79D-44BE-9418-AE6102E9CA85}" destId="{C9980257-22BF-4BF8-B8B0-6F47B9D22956}" srcOrd="3" destOrd="0" presId="urn:microsoft.com/office/officeart/2018/2/layout/IconVerticalSolidList"/>
    <dgm:cxn modelId="{DC76DE24-A953-45D5-8555-5106C12C20EA}" type="presParOf" srcId="{17FF761A-AA5D-4DE2-BBD7-192955397E4B}" destId="{B7A4A14B-D664-43F3-B0F6-2DD6C2953E0A}" srcOrd="5" destOrd="0" presId="urn:microsoft.com/office/officeart/2018/2/layout/IconVerticalSolidList"/>
    <dgm:cxn modelId="{3D2CB286-0B7F-405B-863E-74AD46DF85FF}" type="presParOf" srcId="{17FF761A-AA5D-4DE2-BBD7-192955397E4B}" destId="{53913FBA-861D-48C5-BBE2-B640274F1AE2}" srcOrd="6" destOrd="0" presId="urn:microsoft.com/office/officeart/2018/2/layout/IconVerticalSolidList"/>
    <dgm:cxn modelId="{77B0209E-B7E0-4441-AAFD-39279D3CA31E}" type="presParOf" srcId="{53913FBA-861D-48C5-BBE2-B640274F1AE2}" destId="{95AF172E-727A-42FC-BC2A-7E7F17ACBC59}" srcOrd="0" destOrd="0" presId="urn:microsoft.com/office/officeart/2018/2/layout/IconVerticalSolidList"/>
    <dgm:cxn modelId="{A6FA4A44-F2E5-4988-A097-9A39B389294A}" type="presParOf" srcId="{53913FBA-861D-48C5-BBE2-B640274F1AE2}" destId="{EF03B2AA-9CCF-4174-8EFB-7023DB418373}" srcOrd="1" destOrd="0" presId="urn:microsoft.com/office/officeart/2018/2/layout/IconVerticalSolidList"/>
    <dgm:cxn modelId="{53BDF2A8-631D-4DEC-BE71-60BA43E33428}" type="presParOf" srcId="{53913FBA-861D-48C5-BBE2-B640274F1AE2}" destId="{2B2D3034-D229-4D5E-B3C8-DCAC9808F7D2}" srcOrd="2" destOrd="0" presId="urn:microsoft.com/office/officeart/2018/2/layout/IconVerticalSolidList"/>
    <dgm:cxn modelId="{493361FC-0912-4913-9EFE-2D6906B78CCF}" type="presParOf" srcId="{53913FBA-861D-48C5-BBE2-B640274F1AE2}" destId="{350BD32C-58A4-42B9-A7FC-286C6B3B75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EDCE64-D3BA-4967-9DC3-AB3D126B31ED}">
      <dsp:nvSpPr>
        <dsp:cNvPr id="0" name=""/>
        <dsp:cNvSpPr/>
      </dsp:nvSpPr>
      <dsp:spPr>
        <a:xfrm>
          <a:off x="0" y="65183"/>
          <a:ext cx="5098256" cy="17918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Manual traffic enforcement is impossible to scale.</a:t>
          </a:r>
        </a:p>
      </dsp:txBody>
      <dsp:txXfrm>
        <a:off x="87471" y="152654"/>
        <a:ext cx="4923314" cy="1616906"/>
      </dsp:txXfrm>
    </dsp:sp>
    <dsp:sp modelId="{05AB1E21-B28A-4841-B6D0-51FBF1DBB99C}">
      <dsp:nvSpPr>
        <dsp:cNvPr id="0" name=""/>
        <dsp:cNvSpPr/>
      </dsp:nvSpPr>
      <dsp:spPr>
        <a:xfrm>
          <a:off x="0" y="1929031"/>
          <a:ext cx="5098256" cy="1791848"/>
        </a:xfrm>
        <a:prstGeom prst="roundRect">
          <a:avLst/>
        </a:prstGeom>
        <a:solidFill>
          <a:schemeClr val="accent2">
            <a:hueOff val="19519"/>
            <a:satOff val="-13438"/>
            <a:lumOff val="-343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Existing AI solutions are fragmented (single-use models for a single violation type).</a:t>
          </a:r>
        </a:p>
      </dsp:txBody>
      <dsp:txXfrm>
        <a:off x="87471" y="2016502"/>
        <a:ext cx="4923314" cy="1616906"/>
      </dsp:txXfrm>
    </dsp:sp>
    <dsp:sp modelId="{7FEC6249-A29D-4EF0-A3F3-E4AEA7523A96}">
      <dsp:nvSpPr>
        <dsp:cNvPr id="0" name=""/>
        <dsp:cNvSpPr/>
      </dsp:nvSpPr>
      <dsp:spPr>
        <a:xfrm>
          <a:off x="0" y="3792880"/>
          <a:ext cx="5098256" cy="1791848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Running multiple massive AI models on a single camera feed destroys computational efficiency and edge-device feasibility.</a:t>
          </a:r>
        </a:p>
      </dsp:txBody>
      <dsp:txXfrm>
        <a:off x="87471" y="3880351"/>
        <a:ext cx="4923314" cy="16169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DF692-477F-4DF0-BB4F-D647C966374E}">
      <dsp:nvSpPr>
        <dsp:cNvPr id="0" name=""/>
        <dsp:cNvSpPr/>
      </dsp:nvSpPr>
      <dsp:spPr>
        <a:xfrm>
          <a:off x="0" y="0"/>
          <a:ext cx="4146232" cy="111131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An Orchestrator pipeline that ingests an image once and detects 7 violations simultaneously.</a:t>
          </a:r>
        </a:p>
      </dsp:txBody>
      <dsp:txXfrm>
        <a:off x="32549" y="32549"/>
        <a:ext cx="2853133" cy="1046215"/>
      </dsp:txXfrm>
    </dsp:sp>
    <dsp:sp modelId="{D46D2179-6795-4A41-BED8-E30A8BEE586F}">
      <dsp:nvSpPr>
        <dsp:cNvPr id="0" name=""/>
        <dsp:cNvSpPr/>
      </dsp:nvSpPr>
      <dsp:spPr>
        <a:xfrm>
          <a:off x="347246" y="1313370"/>
          <a:ext cx="4146232" cy="1111313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Identifies the offense (Helmet, Seatbelt, Red Light, Wrong Side, etc.).</a:t>
          </a:r>
        </a:p>
      </dsp:txBody>
      <dsp:txXfrm>
        <a:off x="379795" y="1345919"/>
        <a:ext cx="3011534" cy="1046215"/>
      </dsp:txXfrm>
    </dsp:sp>
    <dsp:sp modelId="{E231688E-6556-4CE0-B7B0-F05F7BC1B9E1}">
      <dsp:nvSpPr>
        <dsp:cNvPr id="0" name=""/>
        <dsp:cNvSpPr/>
      </dsp:nvSpPr>
      <dsp:spPr>
        <a:xfrm>
          <a:off x="689311" y="2626741"/>
          <a:ext cx="4146232" cy="111131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Automatically crops and extracts the License Plate using OCR.</a:t>
          </a:r>
        </a:p>
      </dsp:txBody>
      <dsp:txXfrm>
        <a:off x="721860" y="2659290"/>
        <a:ext cx="3016716" cy="1046215"/>
      </dsp:txXfrm>
    </dsp:sp>
    <dsp:sp modelId="{4D3C34BA-C715-4047-9250-EF291F538A2D}">
      <dsp:nvSpPr>
        <dsp:cNvPr id="0" name=""/>
        <dsp:cNvSpPr/>
      </dsp:nvSpPr>
      <dsp:spPr>
        <a:xfrm>
          <a:off x="1036558" y="3940111"/>
          <a:ext cx="4146232" cy="111131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Logs annotated photographic evidence into a searchable SQLite database in milliseconds.</a:t>
          </a:r>
        </a:p>
      </dsp:txBody>
      <dsp:txXfrm>
        <a:off x="1069107" y="3972660"/>
        <a:ext cx="3011534" cy="1046215"/>
      </dsp:txXfrm>
    </dsp:sp>
    <dsp:sp modelId="{071ED53F-4FE7-4C4B-9912-2E18CC0AD4D9}">
      <dsp:nvSpPr>
        <dsp:cNvPr id="0" name=""/>
        <dsp:cNvSpPr/>
      </dsp:nvSpPr>
      <dsp:spPr>
        <a:xfrm>
          <a:off x="3423879" y="851165"/>
          <a:ext cx="722353" cy="7223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586408" y="851165"/>
        <a:ext cx="397295" cy="543571"/>
      </dsp:txXfrm>
    </dsp:sp>
    <dsp:sp modelId="{AAD603C2-8B57-4265-9EC1-B2003D6A6E7F}">
      <dsp:nvSpPr>
        <dsp:cNvPr id="0" name=""/>
        <dsp:cNvSpPr/>
      </dsp:nvSpPr>
      <dsp:spPr>
        <a:xfrm>
          <a:off x="3771126" y="2164535"/>
          <a:ext cx="722353" cy="72235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3933655" y="2164535"/>
        <a:ext cx="397295" cy="543571"/>
      </dsp:txXfrm>
    </dsp:sp>
    <dsp:sp modelId="{0FAE9B81-925C-492F-ACB7-2EE78F263E57}">
      <dsp:nvSpPr>
        <dsp:cNvPr id="0" name=""/>
        <dsp:cNvSpPr/>
      </dsp:nvSpPr>
      <dsp:spPr>
        <a:xfrm>
          <a:off x="4113190" y="3477906"/>
          <a:ext cx="722353" cy="722353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/>
        </a:p>
      </dsp:txBody>
      <dsp:txXfrm>
        <a:off x="4275719" y="3477906"/>
        <a:ext cx="397295" cy="54357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0C545F-73F4-4728-934A-15E63ED3F007}">
      <dsp:nvSpPr>
        <dsp:cNvPr id="0" name=""/>
        <dsp:cNvSpPr/>
      </dsp:nvSpPr>
      <dsp:spPr>
        <a:xfrm>
          <a:off x="0" y="33759"/>
          <a:ext cx="5098256" cy="107257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Hybrid AI Approach:</a:t>
          </a:r>
        </a:p>
      </dsp:txBody>
      <dsp:txXfrm>
        <a:off x="52359" y="86118"/>
        <a:ext cx="4993538" cy="967861"/>
      </dsp:txXfrm>
    </dsp:sp>
    <dsp:sp modelId="{E6D7D9B1-361F-47DC-A500-FC7806319996}">
      <dsp:nvSpPr>
        <dsp:cNvPr id="0" name=""/>
        <dsp:cNvSpPr/>
      </dsp:nvSpPr>
      <dsp:spPr>
        <a:xfrm>
          <a:off x="0" y="1106338"/>
          <a:ext cx="5098256" cy="19002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Trained lightweight YOLOv8 Nano models locally for high-speed edge inference (Helmets/Seatbelts).</a:t>
          </a:r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Utilize Cloud APIs (Roboflow) for complex environmental detection (Parking/Wrong-side).</a:t>
          </a:r>
        </a:p>
      </dsp:txBody>
      <dsp:txXfrm>
        <a:off x="0" y="1106338"/>
        <a:ext cx="5098256" cy="1900260"/>
      </dsp:txXfrm>
    </dsp:sp>
    <dsp:sp modelId="{F0B69C54-DD29-4E96-8AFA-4BE1D4A21A3C}">
      <dsp:nvSpPr>
        <dsp:cNvPr id="0" name=""/>
        <dsp:cNvSpPr/>
      </dsp:nvSpPr>
      <dsp:spPr>
        <a:xfrm>
          <a:off x="0" y="3006598"/>
          <a:ext cx="5098256" cy="1072579"/>
        </a:xfrm>
        <a:prstGeom prst="roundRect">
          <a:avLst/>
        </a:prstGeom>
        <a:solidFill>
          <a:schemeClr val="accent2">
            <a:hueOff val="39038"/>
            <a:satOff val="-26876"/>
            <a:lumOff val="-6863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Smart Logic Layers (Our Secret Sauce):</a:t>
          </a:r>
        </a:p>
      </dsp:txBody>
      <dsp:txXfrm>
        <a:off x="52359" y="3058957"/>
        <a:ext cx="4993538" cy="967861"/>
      </dsp:txXfrm>
    </dsp:sp>
    <dsp:sp modelId="{DA3C5116-146E-4E9F-8F7D-EF39361651E3}">
      <dsp:nvSpPr>
        <dsp:cNvPr id="0" name=""/>
        <dsp:cNvSpPr/>
      </dsp:nvSpPr>
      <dsp:spPr>
        <a:xfrm>
          <a:off x="0" y="4079177"/>
          <a:ext cx="5098256" cy="153697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1870" tIns="34290" rIns="192024" bIns="34290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100" kern="1200"/>
            <a:t>Instead of training redundant heavy AI models for Triple Riding or Stop-Lines, we built mathematically efficient clustering and geometry layers directly on top of the base detections.</a:t>
          </a:r>
        </a:p>
      </dsp:txBody>
      <dsp:txXfrm>
        <a:off x="0" y="4079177"/>
        <a:ext cx="5098256" cy="153697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72173A-43A8-453D-9B39-B1348FD8CAF1}">
      <dsp:nvSpPr>
        <dsp:cNvPr id="0" name=""/>
        <dsp:cNvSpPr/>
      </dsp:nvSpPr>
      <dsp:spPr>
        <a:xfrm>
          <a:off x="0" y="1571"/>
          <a:ext cx="7543800" cy="79640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75A192-F3B4-48B3-B623-646964FC4B62}">
      <dsp:nvSpPr>
        <dsp:cNvPr id="0" name=""/>
        <dsp:cNvSpPr/>
      </dsp:nvSpPr>
      <dsp:spPr>
        <a:xfrm>
          <a:off x="240913" y="180763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25E514-8995-4FEC-885B-E2600AD3E62A}">
      <dsp:nvSpPr>
        <dsp:cNvPr id="0" name=""/>
        <dsp:cNvSpPr/>
      </dsp:nvSpPr>
      <dsp:spPr>
        <a:xfrm>
          <a:off x="919851" y="157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Edge Scalability: The Nano pipeline can be deployed directly on NVIDIA Jetson devices at intersections.</a:t>
          </a:r>
        </a:p>
      </dsp:txBody>
      <dsp:txXfrm>
        <a:off x="919851" y="1571"/>
        <a:ext cx="6623948" cy="796407"/>
      </dsp:txXfrm>
    </dsp:sp>
    <dsp:sp modelId="{C6CD05FA-E610-4D9D-AEE1-42EC8B20922D}">
      <dsp:nvSpPr>
        <dsp:cNvPr id="0" name=""/>
        <dsp:cNvSpPr/>
      </dsp:nvSpPr>
      <dsp:spPr>
        <a:xfrm>
          <a:off x="0" y="997081"/>
          <a:ext cx="7543800" cy="79640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5F9061-F905-45E9-B523-9B8D97CE5E64}">
      <dsp:nvSpPr>
        <dsp:cNvPr id="0" name=""/>
        <dsp:cNvSpPr/>
      </dsp:nvSpPr>
      <dsp:spPr>
        <a:xfrm>
          <a:off x="240913" y="1176272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7135A-4DA8-4F44-9B0D-B3089B05A6D8}">
      <dsp:nvSpPr>
        <dsp:cNvPr id="0" name=""/>
        <dsp:cNvSpPr/>
      </dsp:nvSpPr>
      <dsp:spPr>
        <a:xfrm>
          <a:off x="919851" y="997081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RTSP Video Stream support for real-time live-camera processing.</a:t>
          </a:r>
        </a:p>
      </dsp:txBody>
      <dsp:txXfrm>
        <a:off x="919851" y="997081"/>
        <a:ext cx="6623948" cy="796407"/>
      </dsp:txXfrm>
    </dsp:sp>
    <dsp:sp modelId="{F9CA970E-D6AC-4D0F-B4DB-915BE82996A9}">
      <dsp:nvSpPr>
        <dsp:cNvPr id="0" name=""/>
        <dsp:cNvSpPr/>
      </dsp:nvSpPr>
      <dsp:spPr>
        <a:xfrm>
          <a:off x="0" y="1992590"/>
          <a:ext cx="7543800" cy="79640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D4AE3F-37B3-43AC-B1DA-48402C532F18}">
      <dsp:nvSpPr>
        <dsp:cNvPr id="0" name=""/>
        <dsp:cNvSpPr/>
      </dsp:nvSpPr>
      <dsp:spPr>
        <a:xfrm>
          <a:off x="240913" y="2171782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980257-22BF-4BF8-B8B0-6F47B9D22956}">
      <dsp:nvSpPr>
        <dsp:cNvPr id="0" name=""/>
        <dsp:cNvSpPr/>
      </dsp:nvSpPr>
      <dsp:spPr>
        <a:xfrm>
          <a:off x="919851" y="199259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Direct API integration with government e-Challan enforcement databases.</a:t>
          </a:r>
        </a:p>
      </dsp:txBody>
      <dsp:txXfrm>
        <a:off x="919851" y="1992590"/>
        <a:ext cx="6623948" cy="796407"/>
      </dsp:txXfrm>
    </dsp:sp>
    <dsp:sp modelId="{95AF172E-727A-42FC-BC2A-7E7F17ACBC59}">
      <dsp:nvSpPr>
        <dsp:cNvPr id="0" name=""/>
        <dsp:cNvSpPr/>
      </dsp:nvSpPr>
      <dsp:spPr>
        <a:xfrm>
          <a:off x="0" y="2988100"/>
          <a:ext cx="7543800" cy="79640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03B2AA-9CCF-4174-8EFB-7023DB418373}">
      <dsp:nvSpPr>
        <dsp:cNvPr id="0" name=""/>
        <dsp:cNvSpPr/>
      </dsp:nvSpPr>
      <dsp:spPr>
        <a:xfrm>
          <a:off x="240913" y="3167292"/>
          <a:ext cx="438024" cy="43802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0BD32C-58A4-42B9-A7FC-286C6B3B7514}">
      <dsp:nvSpPr>
        <dsp:cNvPr id="0" name=""/>
        <dsp:cNvSpPr/>
      </dsp:nvSpPr>
      <dsp:spPr>
        <a:xfrm>
          <a:off x="919851" y="2988100"/>
          <a:ext cx="6623948" cy="7964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4286" tIns="84286" rIns="84286" bIns="84286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Multi-camera vehicle tracking across city intersections.</a:t>
          </a:r>
        </a:p>
      </dsp:txBody>
      <dsp:txXfrm>
        <a:off x="919851" y="2988100"/>
        <a:ext cx="6623948" cy="79640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576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721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3671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4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58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399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03213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210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6571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034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8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4136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3900" y="643467"/>
            <a:ext cx="4691270" cy="5054008"/>
          </a:xfrm>
        </p:spPr>
        <p:txBody>
          <a:bodyPr anchor="ctr">
            <a:normAutofit/>
          </a:bodyPr>
          <a:lstStyle/>
          <a:p>
            <a:pPr algn="r"/>
            <a:r>
              <a:t>Gridlock AI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03246" y="643467"/>
            <a:ext cx="2506116" cy="5054008"/>
          </a:xfrm>
        </p:spPr>
        <p:txBody>
          <a:bodyPr anchor="ctr">
            <a:normAutofit/>
          </a:bodyPr>
          <a:lstStyle/>
          <a:p>
            <a:r>
              <a:t>Automated Real-Time Traffic Violation Enforcement</a:t>
            </a:r>
          </a:p>
          <a:p>
            <a:r>
              <a:t>Gridlock Hackathon 2.0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650992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81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40942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B813FD9-EFD6-583B-7DEF-D2C4045ADA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5508507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6B16355-27FB-445B-B646-02AB73637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2909" y="634946"/>
            <a:ext cx="2529396" cy="5055904"/>
          </a:xfrm>
        </p:spPr>
        <p:txBody>
          <a:bodyPr anchor="ctr">
            <a:normAutofit/>
          </a:bodyPr>
          <a:lstStyle/>
          <a:p>
            <a:r>
              <a:rPr lang="en-US" dirty="0"/>
              <a:t>Our Solution: The Unified Pipeline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6DA680F-F6AC-453E-A8BF-C5BDED2851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92733" y="1791298"/>
            <a:ext cx="0" cy="274320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6B3BF2E5-C3AB-441F-A430-491119C56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" y="6334316"/>
            <a:ext cx="9143989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07C90B-B81A-473B-8919-CA924E61FF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9144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78A040-F5B4-D737-48E5-EA7DB01895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29939189"/>
              </p:ext>
            </p:extLst>
          </p:nvPr>
        </p:nvGraphicFramePr>
        <p:xfrm>
          <a:off x="475059" y="639763"/>
          <a:ext cx="5182791" cy="50514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B5993E2-C02B-4335-ABA5-D8EC465551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B801A2-5622-4BE8-9AD2-C337A2CD0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5772840"/>
          </a:xfrm>
        </p:spPr>
        <p:txBody>
          <a:bodyPr anchor="ctr"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Architecture &amp; Engineering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7AF614F-5BC3-4086-99F5-B87C5847A0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282251F-063F-9A19-1918-511BDE1EAFB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6070163"/>
              </p:ext>
            </p:extLst>
          </p:nvPr>
        </p:nvGraphicFramePr>
        <p:xfrm>
          <a:off x="3556397" y="639763"/>
          <a:ext cx="5098256" cy="56499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4CC594A-A820-450F-B363-C19201FCFE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39736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FAB3DA-E9ED-4574-ABCC-378BC0FF1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9277" y="516835"/>
            <a:ext cx="2313633" cy="2103875"/>
          </a:xfrm>
        </p:spPr>
        <p:txBody>
          <a:bodyPr>
            <a:normAutofit/>
          </a:bodyPr>
          <a:lstStyle/>
          <a:p>
            <a:r>
              <a:rPr lang="en-IN" sz="3100">
                <a:solidFill>
                  <a:srgbClr val="FFFFFF"/>
                </a:solidFill>
              </a:rPr>
              <a:t>The Gridlock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9278" y="2653800"/>
            <a:ext cx="2313633" cy="3335519"/>
          </a:xfrm>
        </p:spPr>
        <p:txBody>
          <a:bodyPr>
            <a:normAutofit/>
          </a:bodyPr>
          <a:lstStyle/>
          <a:p>
            <a:r>
              <a:rPr lang="en-IN" sz="1600" dirty="0">
                <a:solidFill>
                  <a:srgbClr val="FFFFFF"/>
                </a:solidFill>
              </a:rPr>
              <a:t>A production-ready, dark-mode </a:t>
            </a:r>
            <a:r>
              <a:rPr lang="en-IN" sz="1600" dirty="0" err="1">
                <a:solidFill>
                  <a:srgbClr val="FFFFFF"/>
                </a:solidFill>
              </a:rPr>
              <a:t>Streamlit</a:t>
            </a:r>
            <a:r>
              <a:rPr lang="en-IN" sz="1600" dirty="0">
                <a:solidFill>
                  <a:srgbClr val="FFFFFF"/>
                </a:solidFill>
              </a:rPr>
              <a:t> interface.</a:t>
            </a:r>
          </a:p>
          <a:p>
            <a:r>
              <a:rPr lang="en-IN" sz="1600" dirty="0">
                <a:solidFill>
                  <a:srgbClr val="FFFFFF"/>
                </a:solidFill>
              </a:rPr>
              <a:t>Detect Tab: Live annotated bounding boxes and violation summaries.</a:t>
            </a:r>
          </a:p>
          <a:p>
            <a:r>
              <a:rPr lang="en-IN" sz="1600" dirty="0">
                <a:solidFill>
                  <a:srgbClr val="FFFFFF"/>
                </a:solidFill>
              </a:rPr>
              <a:t>Analytics Tab: Live performance metrics, charts, and YOLO </a:t>
            </a:r>
            <a:r>
              <a:rPr lang="en-IN" sz="1600" dirty="0" err="1">
                <a:solidFill>
                  <a:srgbClr val="FFFFFF"/>
                </a:solidFill>
              </a:rPr>
              <a:t>mAP</a:t>
            </a:r>
            <a:r>
              <a:rPr lang="en-IN" sz="1600" dirty="0">
                <a:solidFill>
                  <a:srgbClr val="FFFFFF"/>
                </a:solidFill>
              </a:rPr>
              <a:t> scores.</a:t>
            </a:r>
          </a:p>
          <a:p>
            <a:r>
              <a:rPr lang="en-IN" sz="1600" dirty="0">
                <a:solidFill>
                  <a:srgbClr val="FFFFFF"/>
                </a:solidFill>
              </a:rPr>
              <a:t>Violation Log: Searchable SQLite database of all captured offenders.</a:t>
            </a:r>
          </a:p>
          <a:p>
            <a:endParaRPr lang="en-IN" sz="1300" dirty="0">
              <a:solidFill>
                <a:srgbClr val="FFFFFF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3B8D6B0-55D6-48DC-86D8-FD95D5F11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F7AF6A9-9370-2443-8ACA-E0E153B281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652" y="1887795"/>
            <a:ext cx="5770450" cy="305515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286603"/>
            <a:ext cx="7543800" cy="1450757"/>
          </a:xfrm>
        </p:spPr>
        <p:txBody>
          <a:bodyPr>
            <a:normAutofit/>
          </a:bodyPr>
          <a:lstStyle/>
          <a:p>
            <a:r>
              <a:t>Scalability &amp; Future Work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C3C25FD-4026-8EB2-D30C-1C6F6ADB1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49430784"/>
              </p:ext>
            </p:extLst>
          </p:nvPr>
        </p:nvGraphicFramePr>
        <p:xfrm>
          <a:off x="822722" y="2098515"/>
          <a:ext cx="7543800" cy="37860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</TotalTime>
  <Words>275</Words>
  <Application>Microsoft Office PowerPoint</Application>
  <PresentationFormat>On-screen Show (4:3)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Calibri</vt:lpstr>
      <vt:lpstr>Calibri Light</vt:lpstr>
      <vt:lpstr>Retrospect</vt:lpstr>
      <vt:lpstr>Gridlock AI</vt:lpstr>
      <vt:lpstr>The Problem</vt:lpstr>
      <vt:lpstr>Our Solution: The Unified Pipeline</vt:lpstr>
      <vt:lpstr>Architecture &amp; Engineering</vt:lpstr>
      <vt:lpstr>The Gridlock Dashboard</vt:lpstr>
      <vt:lpstr>Scalability &amp; Future Work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Keshav Gupta</cp:lastModifiedBy>
  <cp:revision>3</cp:revision>
  <dcterms:created xsi:type="dcterms:W3CDTF">2013-01-27T09:14:16Z</dcterms:created>
  <dcterms:modified xsi:type="dcterms:W3CDTF">2026-06-22T06:48:45Z</dcterms:modified>
  <cp:category/>
</cp:coreProperties>
</file>